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基于人脸识别和情绪分析的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智能图书管理系统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Library Management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答辩人：智慧图书管理系统团队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</a:t>
            </a:r>
            <a:endParaRPr lang="en-US" sz="16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7607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76072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技术栈与架构设计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459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主要功能模块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7607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6072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核心数据表结构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64592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人脸识别与情绪分析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76072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系统安全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76072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安全保障机制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64592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完成情况与数据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76072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760720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后续发展方向</a:t>
            </a:r>
            <a:endParaRPr lang="en-US" sz="14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传统图书馆管理效率低下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人工借还流程繁琐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缺乏个性化服务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用户体验有待提升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提升借阅效率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实现智能化管理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增强用户体验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提供个性化推荐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人脸识别技术实现无感借阅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情绪分析提供个性化图书推荐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智能化管理提升运营效率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改善用户整体借阅体验</a:t>
            </a:r>
            <a:endParaRPr lang="en-US" sz="16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 Design 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Router 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Zustand 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face-api.js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3.2.5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Data JPA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Security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JWT认证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Caffeine缓存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人脸识别算法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情绪分析模型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智能推荐引擎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实时通知系统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数据加密存储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表现层：React前端应用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303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应用层：Spring Boot后端服务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669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数据层：MySQL数据库 + Caffeine缓存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035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安全层：Spring Security + JWT认证</a:t>
            </a:r>
            <a:endParaRPr lang="en-US" sz="14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用户注册登录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人脸识别登录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权限管理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个人中心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图书信息管理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分类管理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搜索筛选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库存管理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借阅管理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借阅申请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归还审核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借阅历史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逾期处理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评论系统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图书评论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评分系统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评论回复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点赞互动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36576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智能功能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3756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情绪分析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图书推荐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人脸识别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智能通知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36576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8076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用户管理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图书维护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数据统计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公告发布</a:t>
            </a:r>
            <a:endParaRPr lang="en-US" sz="12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 (users)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用户基本信息和认证数据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图书表 (books)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图书信息和库存管理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借阅记录表 (borrow_records)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借阅流程和状态跟踪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评论表 (book_reviews)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用户评论和评分数据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情绪记录表 (emotion_records)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情绪分析历史数据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通知表 (notifications)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系统通知和消息管理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分类表 (categories)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图书分类信息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预约表 (book_reservations)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977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图书预约管理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数据库特点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采用MySQL 8.0数据库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支持外键关联和数据完整性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使用JPA进行ORM映射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合理的索引设计优化查询性能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支持事务处理保证数据一致性</a:t>
            </a:r>
            <a:endParaRPr lang="en-US" sz="14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 - 人脸识别技术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face-api.js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基于深度学习的人脸识别库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特征提取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提取128维人脸特征向量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相似度匹配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欧氏距离计算人脸相似度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活体检测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防止照片和视频攻击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人脸识别登录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无感借阅认证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用户身份验证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安全访问控制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5303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无需密码，提升用户体验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识别准确率高，安全性强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支持多种设备和浏览器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响应速度快，实时性好</a:t>
            </a:r>
            <a:endParaRPr lang="en-US" sz="15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 - 情绪分析技术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支持的情绪类型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轻松愉快的读物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悲伤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治愈系温暖书籍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920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愤怒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331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平和冷静的读物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惊讶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探索未知的好奇心读物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834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恐惧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安全感和知识性书籍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2834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厌恶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清新干净的读物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智能推荐逻辑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实时分析用户情绪状态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根据情绪匹配图书类型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结合用户历史偏好优化推荐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动态调整推荐策略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应用价值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个性化图书推荐，提升用户满意度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情绪历史记录，分析用户阅读偏好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动态调整推荐策略，智能化服务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改善用户体验，增加系统粘性</a:t>
            </a:r>
            <a:endParaRPr lang="en-US" sz="15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系统安全保障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认证安全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JWT令牌认证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密码BCrypt加密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人脸特征加密存储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登录失败限制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SQL注入防护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XSS攻击防护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CSRF防护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敏感信息脱敏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传输安全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HTTPS加密传输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API接口限流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CORS跨域控制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安全头设置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200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0916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基于角色的访问控制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接口权限验证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操作日志记录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异常行为监控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9260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9377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人脸识别准确率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9494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情绪分析准确率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完成前后端分离架构设计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实现人脸识别登录功能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开发情绪分析与推荐算法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303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构建完整的权限管理系统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669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建立完善的数据库设计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实现实时通知系统</a:t>
            </a:r>
            <a:endParaRPr lang="en-US" sz="15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9144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优化用户权限管理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增强图书搜索功能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增加数据导出功能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完善移动端适配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9144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智能增强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引入机器学习推荐算法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增加图书相似度计算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优化情绪分析准确度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651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实现语音搜索功能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9144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063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生态扩展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开发移动端APP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实现离线阅读功能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增加社交分享功能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构建图书社区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017520"/>
            <a:ext cx="9144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3063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系统优化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63440" y="3474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性能优化和监控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749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增加系统日志分析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4023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完善自动化测试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4297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部署云服务平台</a:t>
            </a:r>
            <a:endParaRPr lang="en-US" sz="12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成功实现了基于人脸识别和情绪分析的智能图书管理系统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创新性地将AI技术应用于传统图书管理领域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显著提升了用户体验和图书馆管理效率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为智慧图书馆建设提供了新的解决方案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感谢各位老师的聆听与指导！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请各位老师批评指正</a:t>
            </a:r>
            <a:endParaRPr lang="en-US" sz="20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基于人脸识别和情绪分析的智能图书管理系统</dc:title>
  <dc:subject>PptxGenJS Presentation</dc:subject>
  <dc:creator>智慧图书管理系统团队</dc:creator>
  <cp:lastModifiedBy>智慧图书管理系统团队</cp:lastModifiedBy>
  <cp:revision>1</cp:revision>
  <dcterms:created xsi:type="dcterms:W3CDTF">2026-06-07T13:09:34Z</dcterms:created>
  <dcterms:modified xsi:type="dcterms:W3CDTF">2026-06-07T13:09:34Z</dcterms:modified>
</cp:coreProperties>
</file>